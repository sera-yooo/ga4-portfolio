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77295" cy="59436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822960" cy="27432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시스템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731520"/>
            <a:ext cx="1097280" cy="27432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시스템 오류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731520"/>
            <a:ext cx="1097280" cy="2743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로그인 불가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731520"/>
            <a:ext cx="1097280" cy="2743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홍길동 학생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카테고리명 노출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📅 접수: 2026-03-26 15:30 | 🏢 소속: 선생님 (분당지점) | 🎓 학년: 초3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731520"/>
            <a:ext cx="1371600" cy="365760"/>
          </a:xfrm>
          <a:prstGeom prst="roundRect">
            <a:avLst/>
          </a:prstGeom>
          <a:solidFill>
            <a:srgbClr val="E1F5FE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444444"/>
                </a:solidFill>
              </a:defRPr>
            </a:pPr>
            <a:r>
              <a:t>처리완료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1920240"/>
            <a:ext cx="9905695" cy="0"/>
          </a:xfrm>
          <a:prstGeom prst="line">
            <a:avLst/>
          </a:prstGeom>
          <a:ln w="25400">
            <a:solidFill>
              <a:srgbClr val="F5F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14400" y="2194560"/>
            <a:ext cx="4846320" cy="2926080"/>
          </a:xfrm>
          <a:prstGeom prst="rect">
            <a:avLst/>
          </a:prstGeom>
          <a:solidFill>
            <a:srgbClr val="FD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14400" y="2194560"/>
            <a:ext cx="4846320" cy="0"/>
          </a:xfrm>
          <a:prstGeom prst="line">
            <a:avLst/>
          </a:prstGeom>
          <a:ln w="50800">
            <a:solidFill>
              <a:srgbClr val="FF8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22860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8C00"/>
                </a:solidFill>
              </a:defRPr>
            </a:pPr>
            <a:r>
              <a:t>🗣️ 접수/문의 내용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51760"/>
            <a:ext cx="4663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44444"/>
                </a:solidFill>
              </a:defRPr>
            </a:pPr>
            <a:r>
              <a:t>여기에 학생이 문의한 상세 내용이 들어갑니다.</a:t>
            </a:r>
            <a:br/>
            <a:r>
              <a:t>앱 실행 시 로그인이 해제되는 현상 등...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194560"/>
            <a:ext cx="4846320" cy="2926080"/>
          </a:xfrm>
          <a:prstGeom prst="rect">
            <a:avLst/>
          </a:prstGeom>
          <a:solidFill>
            <a:srgbClr val="F2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5943600" y="2194560"/>
            <a:ext cx="4846320" cy="0"/>
          </a:xfrm>
          <a:prstGeom prst="line">
            <a:avLst/>
          </a:prstGeom>
          <a:ln w="508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0" y="22860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CC71"/>
                </a:solidFill>
              </a:defRPr>
            </a:pPr>
            <a:r>
              <a:t>🛠️ 실제 처리/답변 내용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651760"/>
            <a:ext cx="4663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44444"/>
                </a:solidFill>
              </a:defRPr>
            </a:pPr>
            <a:r>
              <a:t>여기에 관리자 또는 부서에서 처리한 상세 내역이 들어갑니다.</a:t>
            </a:r>
            <a:br/>
            <a:r>
              <a:t>DB 캐시 삭제 및 데이터 재연동 처리 완료.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5394960"/>
            <a:ext cx="9905695" cy="0"/>
          </a:xfrm>
          <a:prstGeom prst="line">
            <a:avLst/>
          </a:prstGeom>
          <a:ln>
            <a:solidFill>
              <a:srgbClr val="DDDDDD"/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5486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최종 처리 결과: 시스템 안정화       🤝 협업 부서: IT개발팀                          ID: 관리부_102 | 처리 소요: 1.2일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