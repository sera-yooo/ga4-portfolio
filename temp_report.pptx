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11277295" cy="59436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731520"/>
            <a:ext cx="1005840" cy="32004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정책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20240" y="731520"/>
            <a:ext cx="1188720" cy="32004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가이드 부족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731520"/>
            <a:ext cx="1188720" cy="3200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가입 인지 부족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731520"/>
            <a:ext cx="1188720" cy="32004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유지안9 학생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1430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[로그인/회원]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88888"/>
                </a:solidFill>
              </a:defRPr>
            </a:pPr>
            <a:r>
              <a:t>📅 접수: 2025-12-09 00:00 | 🏢 소속: 관리부 (온라인) | 🎓 학년: 초2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194560"/>
            <a:ext cx="5029200" cy="2926080"/>
          </a:xfrm>
          <a:prstGeom prst="rect">
            <a:avLst/>
          </a:prstGeom>
          <a:solidFill>
            <a:srgbClr val="FD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822960" y="2194560"/>
            <a:ext cx="5029200" cy="0"/>
          </a:xfrm>
          <a:prstGeom prst="line">
            <a:avLst/>
          </a:prstGeom>
          <a:ln w="50800">
            <a:solidFill>
              <a:srgbClr val="FF8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4400" y="22860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FF8C00"/>
                </a:solidFill>
              </a:defRPr>
            </a:pPr>
            <a:r>
              <a:t>🗣️ 접수/문의 내용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51760"/>
            <a:ext cx="4846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［로그인］</a:t>
            </a:r>
          </a:p>
          <a:p>
            <a:r>
              <a:t>유지안9 / 진리</a:t>
            </a:r>
          </a:p>
          <a:p/>
          <a:p>
            <a:r>
              <a:t>독서화랑 회원가입 페이지에서</a:t>
            </a:r>
          </a:p>
          <a:p>
            <a:r>
              <a:t>‘논술/역사화랑 계정으로 가입’ 시 다음버튼을 누르면 로딩 지속되며, 다음화면으로 전환되지 않는다고 합니다.</a:t>
            </a:r>
          </a:p>
          <a:p/>
          <a:p>
            <a:r>
              <a:t>확인 부탁드립니다.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2194560"/>
            <a:ext cx="5029200" cy="2926080"/>
          </a:xfrm>
          <a:prstGeom prst="rect">
            <a:avLst/>
          </a:prstGeom>
          <a:solidFill>
            <a:srgbClr val="F2F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6126480" y="2194560"/>
            <a:ext cx="5029200" cy="0"/>
          </a:xfrm>
          <a:prstGeom prst="line">
            <a:avLst/>
          </a:prstGeom>
          <a:ln w="50800">
            <a:solidFill>
              <a:srgbClr val="2ECC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217920" y="22860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2ECC71"/>
                </a:solidFill>
              </a:defRPr>
            </a:pPr>
            <a:r>
              <a:t>🛠️ 실제 처리/답변 내용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651760"/>
            <a:ext cx="4846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테스트 결과 정상적으로 진행됩니다. </a:t>
            </a:r>
          </a:p>
          <a:p>
            <a:r>
              <a:t>학부모님께 재시도 부탁드리며 동일 오류 발생시 캡쳐 화면 부탁드립니다.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4864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최종 처리 결과: 단순문의   |   🤝 협업 부서: 없음   |   ID: 관_3   |   처리 소요: 0.0일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